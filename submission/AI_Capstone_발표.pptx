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25초] 제목을 보고 청중을 향해 설명
안녕하세요. 운영 장애 진단 에이전트를 개선한 김하연입니다. 이 에이전트는 장애 질문을 받으면 시스템 자료와 대응 매뉴얼을 찾아 답합니다. 저는 운영자가 잘못된 수치를 믿고 조치할 수 있다는 문제에 주목했습니다. 그래서 수집 근거와 답변을 대조하고, 근거가 부족할 때는 멈추는 방향으로 개선했습니다.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35초] 40% → 99% → 통과 순서로 가리키기
이 숫자는 문제를 설명하기 위한 예시입니다. 수집한 CPU는 40퍼센트인데 답변이 99퍼센트라고 해도, 기존 검증은 통과시킬 수 있었습니다. 답변이 30자 이상이고 ‘1)’이 있는지만 확인했기 때문입니다. 세 번 실패하면 강제 합격하기도 했습니다. 길이와 형식이 맞는다는 사실이 내용의 정확성을 보장하지 못한다는 것이 출발점이었습니다.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40초] 검증·검색·조사 세 줄을 순서대로 설명
개선은 세 가지입니다. 먼저 시스템별 CPU와 메모리를 수집값과 대조하고, 불일치 이유를 알려 다시 작성하게 했습니다. 최초 작성을 포함해 총 세 번 실패하면 실패를 안내합니다. 둘째, 매뉴얼을 의미로 검색하되 유사도가 낮거나 후보 차이가 작으면 선택을 보류합니다. 셋째, 조사 작업의 실패를 분리해 성공한 자료는 유지합니다. 모니터링 근거가 하나도 없으면 작성 모델 호출부터 생략합니다.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50초] 초록색 노드, 아래쪽 중단 경로, 재작성 화살표를 가리키기
이 그림은 주요 흐름을 요약한 것입니다. 조사 후 근거가 없으면 작성을 생략하고, 있으면 작성한 답변을 검증합니다. 모니터링과 매뉴얼 조사를 두 서브에이전트로 나눴지만, 독립 모델이 판단하는 구조는 아닙니다. MCP는 도구 연결 규약이고 RAG는 검색 자료를 답변에 활용하는 방식입니다. 제공된 LangGraph와 서버 위에 검색 도구와 검증·실패 분기를 추가했습니다. 모듈화와 의존성 주입으로 도구를 바꿔 테스트할 수 있게 했고, LangSmith는 실행 추적만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10초] 화면 전체를 보여주기</a:t>
            </a:r>
          </a:p>
          <a:p/>
          <a:p>
            <a:r>
              <a:t>최종 실행 화면입니다. 작성 모델은 정해진 답변을 내는 모의 모델이고, 실제 MCP 도구와 로컬 임베딩을 연결했습니다. 모니터링 자료는 교육용 샘플입니다. 화면의 구성은 다음 장에서 설명하겠습니다.</a:t>
            </a:r>
          </a:p>
          <a:p/>
          <a:p>
            <a:r>
              <a:t>(이 슬라이드의 화면은 GIF이며 슬라이드쇼에서 자동 재생됩니다. PDF에서는 재생되지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왼쪽 통과 → 오른쪽 검증 실패 순서</a:t>
            </a:r>
          </a:p>
          <a:p/>
          <a:p>
            <a:r>
              <a:t>같은 질문에서 CPU를 수집값보다 15퍼센트포인트 높게 쓰도록 오류를 넣었습니다. 기존 검증은 그 답변을 통과시켰지만, 개선 검증은 총 세 번 작성해도 일치하지 않자 실패 사유와 실제 수집값을 안내했습니다. 두 실행의 모니터링 수치는 변동하므로 같은 숫자를 비교한 실험은 아닙니다. 같은 오류 조건에서 검증 설정에 따라 처리가 달라지는지를 재현했습니다.</a:t>
            </a:r>
          </a:p>
          <a:p/>
          <a:p>
            <a:r>
              <a:t>(이 슬라이드의 화면은 GIF이며 슬라이드쇼에서 자동 재생됩니다. PDF에서는 재생되지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35초] 두 그래프와 자체 평가 조건만 짚기
같은 17개 입력에서 오류 답변 차단은 9개 중 2개에서 9개로 늘었고, 정상 답변 8개는 통과했습니다. 검색은 14개 사례 중 기대 일치가 6개에서 12개로 늘었습니다. 다만 직접 만든 작은 평가셋이어서 일반적인 정확도로 볼 수는 없습니다. 최신 실모델 비교에서는 작성 시도와 응답 시간이 비슷했기 때문에 전체적인 속도 향상은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30초] 마지막 핵심 문장을 천천히 말하기
검사 통과가 답변 전체의 진실성을 뜻하지는 않습니다. 시스템명과 CPU·메모리 수치를 대조하지만 원인 설명과 권장 조치는 판단하지 못하고, 새로운 표현도 놓칠 수 있습니다. 초안을 숨기는 대신 최종 답변까지 기다려야 하는 비용도 있습니다. 앞으로는 독립 평가셋과 구조화된 수치 출력으로 보완하겠습니다. 확인한 범위를 보여주고, 근거가 부족하면 멈추도록 개선했습니다.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35초] 화면 위 번호를 위에서 아래로 가리키기</a:t>
            </a:r>
          </a:p>
          <a:p/>
          <a:p>
            <a:r>
              <a:t>화면은 제공받은 Vue 화면을 근거를 확인하기 쉽게 고친 것입니다. 첫째, 진행 단계로 지금 어떤 작업을 하는지 보이게 했습니다. 둘째, 수집값과 답변값을 나란히 놓아 직접 비교할 수 있게 했습니다. 셋째, 매뉴얼 검색 후보와 유사도를 공개했고, 점수는 확률이 아니라고 표시했습니다. 넷째, 검증 실패와 자료 부족은 정상 완료와 다른 상태로 안내합니다. 반려될 초안은 먼저 보여주지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09</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형식은 맞아도, 수치는 틀릴 수 있었다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09</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근거를 모으는 과정부터, 답변을 내보내기까지</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09</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확인과 실패 분기를 처리 흐름에 넣었다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09</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0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 옆에, 확인한 근거를 남겼다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09</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초안은 숨기고 처리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화면도 근거를 확인하는 방향으로 고쳤다</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기다리는 동안 하는 일이 보인다</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통과했다는 말만 믿지 않고 직접 비교한다</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점수를 확인한다</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부족을 다르게 안내한다</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반려될 초안은 먼저 보여주지 않는다</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05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09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같은 오류 조건에서, 통과 대신 실패를 안내했다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09</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평가에서 오류 차단과 검색 선택을 개선했다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09</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08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검사 통과가 답변 전체의 진실성을 뜻하지는 않는다</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09 / 09</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확인한 범위를 보여주고, 근거가 부족하면 멈추도록.</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